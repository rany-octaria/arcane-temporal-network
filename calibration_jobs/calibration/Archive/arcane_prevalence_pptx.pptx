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FA9B09-88EF-47BA-B3E6-B83A7D43E3FB}" v="1" dt="2026-08-31T13:51:20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89" d="100"/>
          <a:sy n="189" d="100"/>
        </p:scale>
        <p:origin x="104" y="31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CTARIA Rany" userId="a8e75d09-9239-488b-a76e-c25081154d12" providerId="ADAL" clId="{6117EC99-7639-4C5B-BA15-91C8506BCFB4}"/>
    <pc:docChg chg="custSel modSld">
      <pc:chgData name="OCTARIA Rany" userId="a8e75d09-9239-488b-a76e-c25081154d12" providerId="ADAL" clId="{6117EC99-7639-4C5B-BA15-91C8506BCFB4}" dt="2026-08-31T13:54:27.043" v="58" actId="26606"/>
      <pc:docMkLst>
        <pc:docMk/>
      </pc:docMkLst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56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56"/>
            <ac:spMk id="2" creationId="{00000000-0000-0000-0000-000000000000}"/>
          </ac:spMkLst>
        </pc:spChg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56"/>
            <ac:spMk id="3" creationId="{00000000-0000-0000-0000-000000000000}"/>
          </ac:spMkLst>
        </pc:spChg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56"/>
            <ac:spMk id="4" creationId="{00000000-0000-0000-0000-000000000000}"/>
          </ac:spMkLst>
        </pc:sp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57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OCTARIA Rany" userId="a8e75d09-9239-488b-a76e-c25081154d12" providerId="ADAL" clId="{6117EC99-7639-4C5B-BA15-91C8506BCFB4}" dt="2026-08-31T13:54:20.009" v="57" actId="20577"/>
        <pc:sldMkLst>
          <pc:docMk/>
          <pc:sldMk cId="0" sldId="258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58"/>
            <ac:spMk id="2" creationId="{00000000-0000-0000-0000-000000000000}"/>
          </ac:spMkLst>
        </pc:spChg>
        <pc:spChg chg="mod">
          <ac:chgData name="OCTARIA Rany" userId="a8e75d09-9239-488b-a76e-c25081154d12" providerId="ADAL" clId="{6117EC99-7639-4C5B-BA15-91C8506BCFB4}" dt="2026-08-31T13:54:20.009" v="57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 modClrScheme chgLayout">
        <pc:chgData name="OCTARIA Rany" userId="a8e75d09-9239-488b-a76e-c25081154d12" providerId="ADAL" clId="{6117EC99-7639-4C5B-BA15-91C8506BCFB4}" dt="2026-08-31T13:54:27.043" v="58" actId="26606"/>
        <pc:sldMkLst>
          <pc:docMk/>
          <pc:sldMk cId="0" sldId="259"/>
        </pc:sldMkLst>
        <pc:spChg chg="mod">
          <ac:chgData name="OCTARIA Rany" userId="a8e75d09-9239-488b-a76e-c25081154d12" providerId="ADAL" clId="{6117EC99-7639-4C5B-BA15-91C8506BCFB4}" dt="2026-08-31T13:54:27.043" v="58" actId="26606"/>
          <ac:spMkLst>
            <pc:docMk/>
            <pc:sldMk cId="0" sldId="259"/>
            <ac:spMk id="4" creationId="{00000000-0000-0000-0000-000000000000}"/>
          </ac:spMkLst>
        </pc:spChg>
        <pc:graphicFrameChg chg="mod ord modGraphic">
          <ac:chgData name="OCTARIA Rany" userId="a8e75d09-9239-488b-a76e-c25081154d12" providerId="ADAL" clId="{6117EC99-7639-4C5B-BA15-91C8506BCFB4}" dt="2026-08-31T13:54:27.043" v="58" actId="26606"/>
          <ac:graphicFrameMkLst>
            <pc:docMk/>
            <pc:sldMk cId="0" sldId="259"/>
            <ac:graphicFrameMk id="6" creationId="{00000000-0000-0000-0000-000000000000}"/>
          </ac:graphicFrameMkLst>
        </pc:graphicFrame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60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60"/>
            <ac:spMk id="2" creationId="{00000000-0000-0000-0000-000000000000}"/>
          </ac:spMkLst>
        </pc:sp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61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61"/>
            <ac:spMk id="2" creationId="{00000000-0000-0000-0000-000000000000}"/>
          </ac:spMkLst>
        </pc:sp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62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62"/>
            <ac:spMk id="2" creationId="{00000000-0000-0000-0000-000000000000}"/>
          </ac:spMkLst>
        </pc:sp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63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63"/>
            <ac:spMk id="2" creationId="{00000000-0000-0000-0000-000000000000}"/>
          </ac:spMkLst>
        </pc:sp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64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64"/>
            <ac:spMk id="2" creationId="{00000000-0000-0000-0000-000000000000}"/>
          </ac:spMkLst>
        </pc:sp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65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65"/>
            <ac:spMk id="2" creationId="{00000000-0000-0000-0000-000000000000}"/>
          </ac:spMkLst>
        </pc:sp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66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66"/>
            <ac:spMk id="2" creationId="{00000000-0000-0000-0000-000000000000}"/>
          </ac:spMkLst>
        </pc:sp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67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67"/>
            <ac:spMk id="2" creationId="{00000000-0000-0000-0000-000000000000}"/>
          </ac:spMkLst>
        </pc:sp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68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68"/>
            <ac:spMk id="2" creationId="{00000000-0000-0000-0000-000000000000}"/>
          </ac:spMkLst>
        </pc:sp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69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69"/>
            <ac:spMk id="2" creationId="{00000000-0000-0000-0000-000000000000}"/>
          </ac:spMkLst>
        </pc:sp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70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70"/>
            <ac:spMk id="2" creationId="{00000000-0000-0000-0000-000000000000}"/>
          </ac:spMkLst>
        </pc:sp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71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71"/>
            <ac:spMk id="2" creationId="{00000000-0000-0000-0000-000000000000}"/>
          </ac:spMkLst>
        </pc:sp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72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72"/>
            <ac:spMk id="2" creationId="{00000000-0000-0000-0000-000000000000}"/>
          </ac:spMkLst>
        </pc:sp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73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73"/>
            <ac:spMk id="3" creationId="{00000000-0000-0000-0000-000000000000}"/>
          </ac:spMkLst>
        </pc:sp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74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74"/>
            <ac:spMk id="2" creationId="{00000000-0000-0000-0000-000000000000}"/>
          </ac:spMkLst>
        </pc:sp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75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75"/>
            <ac:spMk id="3" creationId="{00000000-0000-0000-0000-000000000000}"/>
          </ac:spMkLst>
        </pc:sp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76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76"/>
            <ac:spMk id="2" creationId="{00000000-0000-0000-0000-000000000000}"/>
          </ac:spMkLst>
        </pc:sp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77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77"/>
            <ac:spMk id="3" creationId="{00000000-0000-0000-0000-000000000000}"/>
          </ac:spMkLst>
        </pc:sp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78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78"/>
            <ac:spMk id="2" creationId="{00000000-0000-0000-0000-000000000000}"/>
          </ac:spMkLst>
        </pc:sp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79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79"/>
            <ac:spMk id="2" creationId="{00000000-0000-0000-0000-000000000000}"/>
          </ac:spMkLst>
        </pc:sp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80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80"/>
            <ac:spMk id="2" creationId="{00000000-0000-0000-0000-000000000000}"/>
          </ac:spMkLst>
        </pc:spChg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80"/>
            <ac:spMk id="3" creationId="{00000000-0000-0000-0000-000000000000}"/>
          </ac:spMkLst>
        </pc:spChg>
      </pc:sldChg>
      <pc:sldChg chg="modSp">
        <pc:chgData name="OCTARIA Rany" userId="a8e75d09-9239-488b-a76e-c25081154d12" providerId="ADAL" clId="{6117EC99-7639-4C5B-BA15-91C8506BCFB4}" dt="2026-08-31T13:51:20.867" v="0"/>
        <pc:sldMkLst>
          <pc:docMk/>
          <pc:sldMk cId="0" sldId="281"/>
        </pc:sldMkLst>
        <pc:spChg chg="mod">
          <ac:chgData name="OCTARIA Rany" userId="a8e75d09-9239-488b-a76e-c25081154d12" providerId="ADAL" clId="{6117EC99-7639-4C5B-BA15-91C8506BCFB4}" dt="2026-08-31T13:51:20.867" v="0"/>
          <ac:spMkLst>
            <pc:docMk/>
            <pc:sldMk cId="0" sldId="28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92" y="-1"/>
            <a:ext cx="9144001" cy="51435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72000" cy="51434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3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801417"/>
            <a:ext cx="4572000" cy="3342084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05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978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541712"/>
            <a:ext cx="7372513" cy="54864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6314" y="1508760"/>
            <a:ext cx="8551926" cy="3291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296037" y="1278627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3515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51435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0"/>
            <a:ext cx="4572000" cy="51434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1729" y="3173504"/>
            <a:ext cx="5392271" cy="1969996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05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715000" y="157734"/>
            <a:ext cx="1104901" cy="274320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873691" y="157734"/>
            <a:ext cx="1636013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85784" y="157734"/>
            <a:ext cx="336604" cy="274320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23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" y="849910"/>
            <a:ext cx="8723609" cy="1369256"/>
          </a:xfrm>
        </p:spPr>
        <p:txBody>
          <a:bodyPr anchor="t"/>
          <a:lstStyle>
            <a:lvl1pPr>
              <a:defRPr sz="37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313" y="4013420"/>
            <a:ext cx="5426966" cy="578457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35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2574091"/>
            <a:ext cx="9144000" cy="1368775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4453975" y="-747639"/>
            <a:ext cx="1368776" cy="8011274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234462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275417" y="275419"/>
            <a:ext cx="5149767" cy="4598932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483461" y="1730498"/>
            <a:ext cx="4896464" cy="19295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3162082"/>
            <a:ext cx="6665474" cy="1983400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875" y="714375"/>
            <a:ext cx="6665474" cy="4227599"/>
          </a:xfrm>
        </p:spPr>
        <p:txBody>
          <a:bodyPr anchor="b">
            <a:norm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930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1338" y="0"/>
            <a:ext cx="5700139" cy="51435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1" y="2557085"/>
            <a:ext cx="5707226" cy="2586415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296112" y="-281862"/>
            <a:ext cx="5143500" cy="5707226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891460" y="313483"/>
            <a:ext cx="4138584" cy="5521450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35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7" y="1285874"/>
            <a:ext cx="3720463" cy="3542157"/>
          </a:xfrm>
        </p:spPr>
        <p:txBody>
          <a:bodyPr/>
          <a:lstStyle>
            <a:lvl1pPr>
              <a:defRPr sz="3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932026" y="157586"/>
            <a:ext cx="1881963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4174" y="935214"/>
            <a:ext cx="2553208" cy="3692389"/>
          </a:xfrm>
        </p:spPr>
        <p:txBody>
          <a:bodyPr vert="horz" lIns="91440" tIns="45720" rIns="91440" bIns="45720" rtlCol="0" anchor="t">
            <a:normAutofit/>
          </a:bodyPr>
          <a:lstStyle>
            <a:lvl1pPr marL="342900" indent="-342900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200" dirty="0"/>
            </a:lvl1pPr>
            <a:lvl2pPr marL="428625" indent="-257175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2pPr>
            <a:lvl3pPr marL="600075" indent="-257175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3pPr>
            <a:lvl4pPr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4pPr>
            <a:lvl5pPr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6001920" y="571500"/>
            <a:ext cx="288036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574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0965" y="-2"/>
            <a:ext cx="9133034" cy="3369303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542928" y="871467"/>
            <a:ext cx="8601073" cy="2497835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0966" y="-5599"/>
            <a:ext cx="4582966" cy="1875307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" y="1101693"/>
            <a:ext cx="3822132" cy="1845981"/>
          </a:xfrm>
        </p:spPr>
        <p:txBody>
          <a:bodyPr/>
          <a:lstStyle>
            <a:lvl1pPr>
              <a:defRPr sz="3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14325" y="157586"/>
            <a:ext cx="1548067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57750" y="157586"/>
            <a:ext cx="2438631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65537" y="871466"/>
            <a:ext cx="3118619" cy="2076209"/>
          </a:xfrm>
        </p:spPr>
        <p:txBody>
          <a:bodyPr vert="horz" lIns="91440" tIns="45720" rIns="91440" bIns="45720" rtlCol="0" anchor="b">
            <a:normAutofit/>
          </a:bodyPr>
          <a:lstStyle>
            <a:lvl1pPr marL="342900" indent="-342900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200" dirty="0"/>
            </a:lvl1pPr>
            <a:lvl2pPr marL="428625" indent="-257175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2pPr>
            <a:lvl3pPr marL="600075" indent="-257175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3pPr>
            <a:lvl4pPr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4pPr>
            <a:lvl5pPr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3369302"/>
            <a:ext cx="9144000" cy="1774198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03492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9144000" cy="5152184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295592"/>
            <a:ext cx="9144001" cy="3847906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3213787" y="-778030"/>
            <a:ext cx="5152184" cy="6708243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2690039" y="-511279"/>
            <a:ext cx="5087374" cy="6222179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35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296037" y="4575810"/>
            <a:ext cx="8551926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9144000" cy="3961068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3" y="685800"/>
            <a:ext cx="5623560" cy="196596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6313" y="2926080"/>
            <a:ext cx="5623560" cy="13716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7911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293851" y="580386"/>
            <a:ext cx="8850149" cy="2363927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580385"/>
            <a:ext cx="8269941" cy="1225703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175" y="1438608"/>
            <a:ext cx="2204390" cy="157261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00501" y="157586"/>
            <a:ext cx="2204618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00500" y="1438609"/>
            <a:ext cx="3743325" cy="30997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5610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14375"/>
            <a:ext cx="2499588" cy="118643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226314" y="154490"/>
            <a:ext cx="822960" cy="274320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120784" y="155468"/>
            <a:ext cx="1229529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355570" y="157586"/>
            <a:ext cx="370332" cy="274320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6314" y="2324862"/>
            <a:ext cx="2499588" cy="2290572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171450" indent="0">
              <a:buNone/>
              <a:defRPr sz="1050"/>
            </a:lvl2pPr>
            <a:lvl3pPr marL="342900" indent="0">
              <a:buNone/>
              <a:defRPr sz="1050"/>
            </a:lvl3pPr>
            <a:lvl4pPr marL="514350" indent="0">
              <a:buNone/>
              <a:defRPr sz="1050"/>
            </a:lvl4pPr>
            <a:lvl5pPr marL="685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114675" y="0"/>
            <a:ext cx="6029325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297966" y="2108458"/>
            <a:ext cx="2434604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856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3211538"/>
            <a:ext cx="2558219" cy="1149732"/>
          </a:xfrm>
        </p:spPr>
        <p:txBody>
          <a:bodyPr anchor="t">
            <a:normAutofit/>
          </a:bodyPr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9144000" cy="289805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0421" y="3211538"/>
            <a:ext cx="5257799" cy="114973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900"/>
            </a:lvl3pPr>
            <a:lvl4pPr marL="514350" indent="0">
              <a:buFont typeface="Arial" panose="020B0604020202020204" pitchFamily="34" charset="0"/>
              <a:buNone/>
              <a:defRPr sz="825"/>
            </a:lvl4pPr>
            <a:lvl5pPr marL="685800" indent="0">
              <a:buFont typeface="Arial" panose="020B0604020202020204" pitchFamily="34" charset="0"/>
              <a:buNone/>
              <a:defRPr sz="78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6314" y="4697730"/>
            <a:ext cx="1319466" cy="274320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0420" y="4697730"/>
            <a:ext cx="1881963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5243" y="4697730"/>
            <a:ext cx="454106" cy="274320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296037" y="4571395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525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5219699" y="4312260"/>
            <a:ext cx="3924300" cy="83124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8988" y="716858"/>
            <a:ext cx="3086100" cy="93303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5219700" cy="51435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602073" y="157586"/>
            <a:ext cx="1114425" cy="274320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032072" y="157586"/>
            <a:ext cx="1395348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18988" y="2093275"/>
            <a:ext cx="3086100" cy="25374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5696581" y="1856817"/>
            <a:ext cx="3008507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5219699" y="4312260"/>
            <a:ext cx="3924300" cy="83124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376880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63265"/>
            <a:ext cx="2558219" cy="1149732"/>
          </a:xfrm>
        </p:spPr>
        <p:txBody>
          <a:bodyPr anchor="t">
            <a:normAutofit/>
          </a:bodyPr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0420" y="157586"/>
            <a:ext cx="1881963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0421" y="763265"/>
            <a:ext cx="5257799" cy="17830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900"/>
            </a:lvl3pPr>
            <a:lvl4pPr marL="514350" indent="0">
              <a:buFont typeface="Arial" panose="020B0604020202020204" pitchFamily="34" charset="0"/>
              <a:buNone/>
              <a:defRPr sz="825"/>
            </a:lvl4pPr>
            <a:lvl5pPr marL="685800" indent="0">
              <a:buFont typeface="Arial" panose="020B0604020202020204" pitchFamily="34" charset="0"/>
              <a:buNone/>
              <a:defRPr sz="78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2878282"/>
            <a:ext cx="9144000" cy="2265218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41444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1028700"/>
            <a:ext cx="2606040" cy="17145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43276" y="157586"/>
            <a:ext cx="21444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5708680" y="157586"/>
            <a:ext cx="454106" cy="274320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43275" y="1028701"/>
            <a:ext cx="2526584" cy="3526457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8284" y="1"/>
            <a:ext cx="2595716" cy="515015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3578304"/>
            <a:ext cx="3655996" cy="1571854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2889682"/>
            <a:ext cx="2117325" cy="2267135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297752" y="563485"/>
            <a:ext cx="579501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6841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5" y="714375"/>
            <a:ext cx="5063345" cy="93815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226314" y="152897"/>
            <a:ext cx="1714500" cy="274320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943100" y="152897"/>
            <a:ext cx="2081252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85502" y="152897"/>
            <a:ext cx="648596" cy="274320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6314" y="1807888"/>
            <a:ext cx="5066636" cy="28555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15000" y="0"/>
            <a:ext cx="3429000" cy="51435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2779573"/>
            <a:ext cx="5715000" cy="2363927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4197834"/>
            <a:ext cx="5715000" cy="945666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297752" y="563485"/>
            <a:ext cx="4965192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4153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2125979"/>
            <a:ext cx="2260787" cy="2194560"/>
          </a:xfrm>
        </p:spPr>
        <p:txBody>
          <a:bodyPr anchor="t">
            <a:normAutofit/>
          </a:bodyPr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3347" y="0"/>
            <a:ext cx="9157347" cy="181507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0420" y="2125980"/>
            <a:ext cx="5400675" cy="2194560"/>
          </a:xfrm>
        </p:spPr>
        <p:txBody>
          <a:bodyPr>
            <a:noAutofit/>
          </a:bodyPr>
          <a:lstStyle>
            <a:lvl1pPr marL="214313" indent="-214313">
              <a:buFont typeface="Arial" panose="020B0604020202020204" pitchFamily="34" charset="0"/>
              <a:buNone/>
              <a:defRPr sz="1350"/>
            </a:lvl1pPr>
            <a:lvl2pPr marL="385763" indent="-214313">
              <a:buFont typeface="Arial" panose="020B0604020202020204" pitchFamily="34" charset="0"/>
              <a:buNone/>
              <a:defRPr sz="1200"/>
            </a:lvl2pPr>
            <a:lvl3pPr marL="557213" indent="-214313">
              <a:buFont typeface="Arial" panose="020B0604020202020204" pitchFamily="34" charset="0"/>
              <a:buNone/>
              <a:defRPr sz="1050"/>
            </a:lvl3pPr>
            <a:lvl4pPr marL="642938" indent="-128588">
              <a:buFont typeface="Arial" panose="020B0604020202020204" pitchFamily="34" charset="0"/>
              <a:buNone/>
              <a:defRPr sz="900"/>
            </a:lvl4pPr>
            <a:lvl5pPr marL="814388" indent="-128588">
              <a:buFont typeface="Arial" panose="020B0604020202020204" pitchFamily="34" charset="0"/>
              <a:buNone/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226314" y="4705525"/>
            <a:ext cx="2260787" cy="274320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60420" y="4705525"/>
            <a:ext cx="2371725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469630" y="4705525"/>
            <a:ext cx="426688" cy="274320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296037" y="4571395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3211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58200"/>
            <a:ext cx="2630564" cy="1048871"/>
          </a:xfrm>
        </p:spPr>
        <p:txBody>
          <a:bodyPr anchor="t">
            <a:normAutofit/>
          </a:bodyPr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699510" y="157586"/>
            <a:ext cx="1881963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8514" y="2010336"/>
            <a:ext cx="2518364" cy="274656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1628776" y="4385299"/>
            <a:ext cx="7515224" cy="758201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5825523" y="1825022"/>
            <a:ext cx="3708025" cy="292892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3320118" y="806824"/>
            <a:ext cx="0" cy="3708026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99509" y="758199"/>
            <a:ext cx="4869180" cy="39090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76121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64859"/>
            <a:ext cx="2564535" cy="1392415"/>
          </a:xfrm>
        </p:spPr>
        <p:txBody>
          <a:bodyPr anchor="t">
            <a:normAutofit/>
          </a:bodyPr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359227" y="157586"/>
            <a:ext cx="1881963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6792" y="2283781"/>
            <a:ext cx="2504057" cy="247311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59226" y="764858"/>
            <a:ext cx="5486400" cy="41833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7459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49" y="3680709"/>
            <a:ext cx="3990214" cy="1079155"/>
          </a:xfrm>
        </p:spPr>
        <p:txBody>
          <a:bodyPr anchor="t"/>
          <a:lstStyle>
            <a:lvl1pPr>
              <a:lnSpc>
                <a:spcPct val="100000"/>
              </a:lnSpc>
              <a:defRPr sz="15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5978" y="575073"/>
            <a:ext cx="8490347" cy="2616994"/>
          </a:xfrm>
        </p:spPr>
        <p:txBody>
          <a:bodyPr/>
          <a:lstStyle>
            <a:lvl1pPr>
              <a:lnSpc>
                <a:spcPct val="85000"/>
              </a:lnSpc>
              <a:defRPr sz="18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296037" y="3496682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81470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9144002" cy="51435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2762599" y="0"/>
            <a:ext cx="6381401" cy="51435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252806" y="-1252806"/>
            <a:ext cx="5619408" cy="812502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850392"/>
            <a:ext cx="7989570" cy="7255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3773806" y="-15252"/>
            <a:ext cx="5370194" cy="5158752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6721" y="2028435"/>
            <a:ext cx="9137279" cy="3115066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5740" y="2028709"/>
            <a:ext cx="7350919" cy="2653904"/>
          </a:xfrm>
        </p:spPr>
        <p:txBody>
          <a:bodyPr anchor="b"/>
          <a:lstStyle>
            <a:lvl1pPr>
              <a:lnSpc>
                <a:spcPct val="100000"/>
              </a:lnSpc>
              <a:defRPr sz="4050"/>
            </a:lvl1pPr>
            <a:lvl2pPr>
              <a:lnSpc>
                <a:spcPct val="100000"/>
              </a:lnSpc>
              <a:defRPr sz="3600"/>
            </a:lvl2pPr>
            <a:lvl3pPr>
              <a:lnSpc>
                <a:spcPct val="100000"/>
              </a:lnSpc>
              <a:defRPr sz="3300"/>
            </a:lvl3pPr>
            <a:lvl4pPr>
              <a:lnSpc>
                <a:spcPct val="100000"/>
              </a:lnSpc>
              <a:defRPr sz="3000"/>
            </a:lvl4pPr>
            <a:lvl5pPr>
              <a:lnSpc>
                <a:spcPct val="100000"/>
              </a:lnSpc>
              <a:defRPr sz="27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87808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896059"/>
            <a:ext cx="9144000" cy="2258083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000254" y="-2000247"/>
            <a:ext cx="5143497" cy="914399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3286125" y="-3280077"/>
            <a:ext cx="2571750" cy="9131903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0175" y="3725839"/>
            <a:ext cx="6363081" cy="789011"/>
          </a:xfrm>
        </p:spPr>
        <p:txBody>
          <a:bodyPr anchor="ctr">
            <a:normAutofit/>
          </a:bodyPr>
          <a:lstStyle>
            <a:lvl1pPr marL="102870" indent="-102870">
              <a:lnSpc>
                <a:spcPct val="100000"/>
              </a:lnSpc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00175" y="1054289"/>
            <a:ext cx="6363081" cy="2315717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000" b="0" dirty="0">
                <a:solidFill>
                  <a:schemeClr val="tx1"/>
                </a:solidFill>
              </a:defRPr>
            </a:lvl1pPr>
            <a:lvl2pPr marL="171450" indent="0">
              <a:lnSpc>
                <a:spcPct val="100000"/>
              </a:lnSpc>
              <a:buNone/>
              <a:defRPr lang="en-US" sz="3000" b="0" dirty="0">
                <a:solidFill>
                  <a:schemeClr val="tx1"/>
                </a:solidFill>
              </a:defRPr>
            </a:lvl2pPr>
            <a:lvl3pPr marL="342900" indent="0">
              <a:lnSpc>
                <a:spcPct val="100000"/>
              </a:lnSpc>
              <a:buNone/>
              <a:defRPr lang="en-US" sz="3000" b="0" dirty="0">
                <a:solidFill>
                  <a:schemeClr val="tx1"/>
                </a:solidFill>
              </a:defRPr>
            </a:lvl3pPr>
            <a:lvl4pPr marL="514350" indent="0">
              <a:lnSpc>
                <a:spcPct val="100000"/>
              </a:lnSpc>
              <a:buNone/>
              <a:defRPr lang="en-US" sz="3000" b="0" dirty="0">
                <a:solidFill>
                  <a:schemeClr val="tx1"/>
                </a:solidFill>
              </a:defRPr>
            </a:lvl4pPr>
            <a:lvl5pPr marL="685800" indent="0">
              <a:lnSpc>
                <a:spcPct val="100000"/>
              </a:lnSpc>
              <a:buNone/>
              <a:defRPr lang="en-US" sz="27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1557964" y="3608110"/>
            <a:ext cx="6205292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61713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571500"/>
            <a:ext cx="5259664" cy="1036074"/>
          </a:xfrm>
        </p:spPr>
        <p:txBody>
          <a:bodyPr anchor="t">
            <a:noAutofit/>
          </a:bodyPr>
          <a:lstStyle>
            <a:lvl1pPr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296037" y="2274728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3573781" y="-426721"/>
            <a:ext cx="1996439" cy="9144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3387090" y="-613411"/>
            <a:ext cx="2369820" cy="9144002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7423" y="2571750"/>
            <a:ext cx="8378774" cy="18492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80216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3765692" y="-1822598"/>
            <a:ext cx="1368776" cy="890016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1943093"/>
            <a:ext cx="9144000" cy="1368775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5" y="571500"/>
            <a:ext cx="4571999" cy="1090880"/>
          </a:xfrm>
        </p:spPr>
        <p:txBody>
          <a:bodyPr anchor="t">
            <a:normAutofit/>
          </a:bodyPr>
          <a:lstStyle>
            <a:lvl1pPr>
              <a:defRPr sz="4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15001" y="2503170"/>
            <a:ext cx="2696378" cy="21214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350" dirty="0"/>
            </a:lvl1pPr>
            <a:lvl2pPr marL="171450" indent="0">
              <a:buNone/>
              <a:defRPr lang="en-US" sz="1050" dirty="0"/>
            </a:lvl2pPr>
            <a:lvl3pPr marL="342900" indent="0">
              <a:buNone/>
              <a:defRPr lang="en-US" sz="900" dirty="0"/>
            </a:lvl3pPr>
            <a:lvl4pPr marL="514350" indent="0">
              <a:buNone/>
              <a:defRPr lang="en-US" sz="825" dirty="0"/>
            </a:lvl4pPr>
            <a:lvl5pPr marL="685800" indent="0">
              <a:buNone/>
              <a:defRPr lang="en-US" sz="788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96018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548640"/>
            <a:ext cx="8143875" cy="5192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219" y="1354931"/>
            <a:ext cx="3874294" cy="34397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042918" y="1354931"/>
            <a:ext cx="3743325" cy="34397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296037" y="1188720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046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1" y="0"/>
            <a:ext cx="9143999" cy="1003300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548640"/>
            <a:ext cx="8689086" cy="4965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314" y="1331834"/>
            <a:ext cx="3874770" cy="48006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none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219" y="1869360"/>
            <a:ext cx="3874294" cy="2925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40630" y="1331833"/>
            <a:ext cx="3874770" cy="48006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none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042918" y="1869360"/>
            <a:ext cx="3886430" cy="2925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296037" y="1184951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1" y="0"/>
            <a:ext cx="9143999" cy="1003300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90949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54380"/>
            <a:ext cx="7429500" cy="60078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9381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5818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957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746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382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96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651855"/>
            <a:ext cx="8703035" cy="726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6314" y="157586"/>
            <a:ext cx="13194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600" cap="none" spc="0" baseline="0">
                <a:solidFill>
                  <a:schemeClr val="tx1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16864" y="157586"/>
            <a:ext cx="188196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6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5243" y="157586"/>
            <a:ext cx="45410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600" cap="none" spc="0" baseline="0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314" y="1535464"/>
            <a:ext cx="8703035" cy="3175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296037" y="563485"/>
            <a:ext cx="855192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36073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1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17145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34290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51435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ARCANE — AMR Transmissibility Calibration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Within-Hospital Beta Estimation via Steady-State Prevalence</a:t>
            </a:r>
            <a:br/>
            <a:br/>
            <a:r>
              <a:t>MESuRS/Cnam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we calibrated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Model:</a:t>
            </a:r>
            <a:r>
              <a:rPr dirty="0"/>
              <a:t> Stochastic SIS metapopulation on the PMSI inter-hospital transfer network</a:t>
            </a:r>
          </a:p>
          <a:p>
            <a:pPr lvl="0"/>
            <a:r>
              <a:rPr b="1" dirty="0"/>
              <a:t>Parameter:</a:t>
            </a:r>
            <a:r>
              <a:rPr dirty="0"/>
              <a:t> Within-hospital transmission rate beta (per day)</a:t>
            </a:r>
          </a:p>
          <a:p>
            <a:pPr lvl="0"/>
            <a:r>
              <a:rPr b="1" dirty="0"/>
              <a:t>Method:</a:t>
            </a:r>
            <a:r>
              <a:rPr dirty="0"/>
              <a:t> Grid search — run model to steady state, measure endemic prevalence</a:t>
            </a:r>
          </a:p>
          <a:p>
            <a:pPr lvl="0"/>
            <a:r>
              <a:rPr b="1" dirty="0"/>
              <a:t>Beta grid:</a:t>
            </a:r>
            <a:r>
              <a:rPr dirty="0"/>
              <a:t> 0.005 to 0.029 (13 values)</a:t>
            </a:r>
          </a:p>
          <a:p>
            <a:pPr lvl="0"/>
            <a:r>
              <a:rPr b="1" dirty="0"/>
              <a:t>Replicates:</a:t>
            </a:r>
            <a:r>
              <a:rPr dirty="0"/>
              <a:t> 3 per beta value</a:t>
            </a:r>
          </a:p>
          <a:p>
            <a:pPr lvl="0"/>
            <a:r>
              <a:rPr b="1" dirty="0"/>
              <a:t>Run length:</a:t>
            </a:r>
            <a:r>
              <a:rPr dirty="0"/>
              <a:t> days (always run to end)</a:t>
            </a:r>
          </a:p>
          <a:p>
            <a:pPr lvl="0"/>
            <a:r>
              <a:rPr b="1" dirty="0"/>
              <a:t>Steady state:</a:t>
            </a:r>
            <a:r>
              <a:rPr dirty="0"/>
              <a:t> </a:t>
            </a:r>
            <a:r>
              <a:rPr lang="en-US" dirty="0"/>
              <a:t>Variance coefficient (CV)</a:t>
            </a:r>
            <a:r>
              <a:rPr dirty="0"/>
              <a:t> of daily prevalence &lt; 10% in last days for &gt;= 80% of hospitals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title"/>
          </p:nvPr>
        </p:nvSpPr>
        <p:spPr>
          <a:xfrm>
            <a:off x="226314" y="651855"/>
            <a:ext cx="8703035" cy="726905"/>
          </a:xfrm>
        </p:spPr>
        <p:txBody>
          <a:bodyPr anchor="b">
            <a:normAutofit/>
          </a:bodyPr>
          <a:lstStyle/>
          <a:p>
            <a:pPr marL="0" lvl="0" indent="0">
              <a:buNone/>
            </a:pPr>
            <a:r>
              <a:rPr b="1"/>
              <a:t>Targets:</a:t>
            </a:r>
            <a:r>
              <a:t> ECDC EARS-Net 2022 — three tiers (Low / Mid / High) for 5 AMR pathogens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928779"/>
              </p:ext>
            </p:extLst>
          </p:nvPr>
        </p:nvGraphicFramePr>
        <p:xfrm>
          <a:off x="226314" y="1572015"/>
          <a:ext cx="8703037" cy="3102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9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5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69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14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Pathogen</a:t>
                      </a:r>
                    </a:p>
                  </a:txBody>
                  <a:tcPr marL="117533" marR="117533" marT="58767" marB="58767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Low</a:t>
                      </a:r>
                    </a:p>
                  </a:txBody>
                  <a:tcPr marL="117533" marR="117533" marT="58767" marB="58767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Mid</a:t>
                      </a:r>
                    </a:p>
                  </a:txBody>
                  <a:tcPr marL="117533" marR="117533" marT="58767" marB="58767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High</a:t>
                      </a:r>
                    </a:p>
                  </a:txBody>
                  <a:tcPr marL="117533" marR="117533" marT="58767" marB="5876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14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MRSA</a:t>
                      </a:r>
                    </a:p>
                  </a:txBody>
                  <a:tcPr marL="117533" marR="117533" marT="58767" marB="58767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1%</a:t>
                      </a:r>
                    </a:p>
                  </a:txBody>
                  <a:tcPr marL="117533" marR="117533" marT="58767" marB="58767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11.5%</a:t>
                      </a:r>
                    </a:p>
                  </a:txBody>
                  <a:tcPr marL="117533" marR="117533" marT="58767" marB="58767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25%</a:t>
                      </a:r>
                    </a:p>
                  </a:txBody>
                  <a:tcPr marL="117533" marR="117533" marT="58767" marB="5876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14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VRE</a:t>
                      </a:r>
                    </a:p>
                  </a:txBody>
                  <a:tcPr marL="117533" marR="117533" marT="58767" marB="58767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0.5%</a:t>
                      </a:r>
                    </a:p>
                  </a:txBody>
                  <a:tcPr marL="117533" marR="117533" marT="58767" marB="58767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8%</a:t>
                      </a:r>
                    </a:p>
                  </a:txBody>
                  <a:tcPr marL="117533" marR="117533" marT="58767" marB="58767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18%</a:t>
                      </a:r>
                    </a:p>
                  </a:txBody>
                  <a:tcPr marL="117533" marR="117533" marT="58767" marB="5876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14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ESBL-E</a:t>
                      </a:r>
                    </a:p>
                  </a:txBody>
                  <a:tcPr marL="117533" marR="117533" marT="58767" marB="58767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2%</a:t>
                      </a:r>
                    </a:p>
                  </a:txBody>
                  <a:tcPr marL="117533" marR="117533" marT="58767" marB="58767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12%</a:t>
                      </a:r>
                    </a:p>
                  </a:txBody>
                  <a:tcPr marL="117533" marR="117533" marT="58767" marB="58767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30%</a:t>
                      </a:r>
                    </a:p>
                  </a:txBody>
                  <a:tcPr marL="117533" marR="117533" marT="58767" marB="5876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14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CRE</a:t>
                      </a:r>
                    </a:p>
                  </a:txBody>
                  <a:tcPr marL="117533" marR="117533" marT="58767" marB="58767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0.2%</a:t>
                      </a:r>
                    </a:p>
                  </a:txBody>
                  <a:tcPr marL="117533" marR="117533" marT="58767" marB="58767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3%</a:t>
                      </a:r>
                    </a:p>
                  </a:txBody>
                  <a:tcPr marL="117533" marR="117533" marT="58767" marB="58767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10%</a:t>
                      </a:r>
                    </a:p>
                  </a:txBody>
                  <a:tcPr marL="117533" marR="117533" marT="58767" marB="5876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14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CRAB</a:t>
                      </a:r>
                    </a:p>
                  </a:txBody>
                  <a:tcPr marL="117533" marR="117533" marT="58767" marB="58767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1%</a:t>
                      </a:r>
                    </a:p>
                  </a:txBody>
                  <a:tcPr marL="117533" marR="117533" marT="58767" marB="58767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7%</a:t>
                      </a:r>
                    </a:p>
                  </a:txBody>
                  <a:tcPr marL="117533" marR="117533" marT="58767" marB="58767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D" sz="1700"/>
                        <a:t>20%</a:t>
                      </a:r>
                    </a:p>
                  </a:txBody>
                  <a:tcPr marL="117533" marR="117533" marT="58767" marB="5876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Calibration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Steady-state achievement by beta</a:t>
            </a:r>
          </a:p>
        </p:txBody>
      </p:sp>
      <p:pic>
        <p:nvPicPr>
          <p:cNvPr id="3" name="Picture 1" descr="arcane_prevalence_pptx_files/arcane_prevalence_pptx_files/figure-pptx/ss-rate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Prevalence at end of simulation</a:t>
            </a:r>
          </a:p>
        </p:txBody>
      </p:sp>
      <p:pic>
        <p:nvPicPr>
          <p:cNvPr id="3" name="Picture 1" descr="arcane_prevalence_pptx_files/arcane_prevalence_pptx_files/figure-pptx/prev-distribution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Beta-Prevalence Relationship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How beta drives endemic prevalence</a:t>
            </a:r>
          </a:p>
        </p:txBody>
      </p:sp>
      <p:pic>
        <p:nvPicPr>
          <p:cNvPr id="3" name="Picture 1" descr="arcane_prevalence_pptx_files/arcane_prevalence_pptx_files/figure-pptx/beta-prev-curve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Nationwide incidence by beta</a:t>
            </a:r>
          </a:p>
        </p:txBody>
      </p:sp>
      <p:pic>
        <p:nvPicPr>
          <p:cNvPr id="3" name="Picture 1" descr="arcane_prevalence_pptx_files/arcane_prevalence_pptx_files/figure-pptx/incidence-curve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Prevalence trajectories across all betas</a:t>
            </a:r>
          </a:p>
        </p:txBody>
      </p:sp>
      <p:pic>
        <p:nvPicPr>
          <p:cNvPr id="3" name="Picture 1" descr="arcane_prevalence_pptx_files/arcane_prevalence_pptx_files/figure-pptx/prev-heatmap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Facility-type incidence by beta</a:t>
            </a:r>
          </a:p>
        </p:txBody>
      </p:sp>
      <p:pic>
        <p:nvPicPr>
          <p:cNvPr id="3" name="Picture 1" descr="arcane_prevalence_pptx_files/arcane_prevalence_pptx_files/figure-pptx/type-incidence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85900" y="1193800"/>
            <a:ext cx="6159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AMR Tier Mapping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Which beta hits which pathogen prevalence?</a:t>
            </a:r>
          </a:p>
        </p:txBody>
      </p:sp>
      <p:pic>
        <p:nvPicPr>
          <p:cNvPr id="3" name="Picture 1" descr="arcane_prevalence_pptx_files/arcane_prevalence_pptx_files/figure-pptx/amr-heatmap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Recommended beta values — full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Pathogen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Target prev.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Recommended 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Achieved prev.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Incidence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CRAB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5.000e-03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Poor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CRAB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5.000e-03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Fair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CRAB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1.500e-02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2.651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5.000e-03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Poor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5.000e-03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Poor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5.000e-03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ESBL-E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5.000e-03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Poor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ESBL-E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9.000e-03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ESBL-E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1.900e-02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MRSA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5.000e-03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Poor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MRSA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7.000e-03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0.725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MRSA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1.700e-02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3.446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VRE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5.000e-03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Poor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VRE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5.000e-03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VRE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1.300e-02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Recommended Betas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Low-transmissibility scenario (VRE / CRE range)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88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Pathogen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Achieved prevalence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Incidence (per 1k bd)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CRAB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5.000e-03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Poor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5.000e-03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Poor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ESBL-E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5.000e-03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Poor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MRSA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5.000e-03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Poor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VRE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5.000e-03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Poor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Low-tier betas: representing pathogens with low endemic burden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Beta range: </a:t>
            </a:r>
            <a:r>
              <a:rPr b="1"/>
              <a:t>5.00e-03</a:t>
            </a:r>
            <a:r>
              <a:t> to </a:t>
            </a:r>
            <a:r>
              <a:rPr b="1"/>
              <a:t>5.00e-03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Mid-transmissibility scenario (MRSA / ESBL-E range)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88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Pathogen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Achieved prevalence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Incidence (per 1k bd)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CRAB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5.000e-03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Fair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5.000e-03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Poor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ESBL-E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9.000e-03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MRSA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7.000e-03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0.725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VRE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5.000e-03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Mid-tier betas: moderate endemic burden pathogens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Beta range: </a:t>
            </a:r>
            <a:r>
              <a:rPr b="1"/>
              <a:t>5.00e-03</a:t>
            </a:r>
            <a:r>
              <a:t> to </a:t>
            </a:r>
            <a:r>
              <a:rPr b="1"/>
              <a:t>9.00e-03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High-transmissibility scenario (MRSA / ESBL-E high range)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88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Pathogen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Achieved prevalence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Incidence (per 1k bd)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CRAB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1.500e-02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2.651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5.000e-03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ESBL-E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1.900e-02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MRSA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1.700e-02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3.446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VRE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1.300e-02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High-tier betas: high endemic burden pathogens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Beta range: </a:t>
            </a:r>
            <a:r>
              <a:rPr b="1"/>
              <a:t>5.00e-03</a:t>
            </a:r>
            <a:r>
              <a:t> to </a:t>
            </a:r>
            <a:r>
              <a:rPr b="1"/>
              <a:t>1.90e-02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Summary: beta ranges for seeding study</a:t>
            </a:r>
          </a:p>
        </p:txBody>
      </p:sp>
      <p:pic>
        <p:nvPicPr>
          <p:cNvPr id="3" name="Picture 1" descr="arcane_prevalence_pptx_files/arcane_prevalence_pptx_files/figure-pptx/summary-betas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00100" y="1193800"/>
            <a:ext cx="7531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Next Steps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From calibration to seeding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Calibrated beta values</a:t>
            </a:r>
            <a:r>
              <a:t> provide the transmission input for the ARCANE seeding study</a:t>
            </a:r>
          </a:p>
          <a:p>
            <a:pPr lvl="0"/>
            <a:r>
              <a:rPr b="1"/>
              <a:t>Low / Mid / High scenarios</a:t>
            </a:r>
            <a:r>
              <a:t> represent plausible ranges across AMR pathogens</a:t>
            </a:r>
          </a:p>
          <a:p>
            <a:pPr lvl="0"/>
            <a:r>
              <a:rPr b="1"/>
              <a:t>Next:</a:t>
            </a:r>
            <a:r>
              <a:t> seed a novel ARB into each candidate introduction facility under each beta scenario and track spread across the French hospital transfer network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Three seeding simulation arms:</a:t>
            </a:r>
          </a:p>
          <a:p>
            <a:pPr marL="342900" lvl="0" indent="-342900">
              <a:buAutoNum type="arabicPeriod"/>
            </a:pPr>
            <a:r>
              <a:rPr b="1"/>
              <a:t>Low beta</a:t>
            </a:r>
            <a:r>
              <a:t> (pi_vec = 0.001, N_seed = 5) — conservative spread, high extinction probability</a:t>
            </a:r>
          </a:p>
          <a:p>
            <a:pPr marL="342900" lvl="0" indent="-342900">
              <a:buAutoNum type="arabicPeriod"/>
            </a:pPr>
            <a:r>
              <a:rPr b="1"/>
              <a:t>Mid beta</a:t>
            </a:r>
            <a:r>
              <a:t> (pi_vec = 0.001, N_seed = 5) — moderate spread, some facilities sustain transmission</a:t>
            </a:r>
          </a:p>
          <a:p>
            <a:pPr marL="342900" lvl="0" indent="-342900">
              <a:buAutoNum type="arabicPeriod"/>
            </a:pPr>
            <a:r>
              <a:rPr b="1"/>
              <a:t>High beta</a:t>
            </a:r>
            <a:r>
              <a:t> (pi_vec = 0.001, N_seed = 5) — substantial spread, network-wide dissemination risk</a:t>
            </a:r>
          </a:p>
          <a:p>
            <a:pPr marL="0" lvl="0" indent="0">
              <a:buNone/>
            </a:pPr>
            <a:r>
              <a:t>Seed locations tested: highest in-degree, highest out-degree, highest betweenness, largest hospital, largest outgoing transfers, random MCO / SSR / MCO-SSR</a:t>
            </a:r>
          </a:p>
          <a:p>
            <a:pPr marL="0" lvl="0" indent="0">
              <a:buNone/>
            </a:pPr>
            <a:r>
              <a:rPr i="1"/>
              <a:t>August 2026 | ARCANE Project — Task 4.3 | MESuRS/Cnam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0</TotalTime>
  <Words>721</Words>
  <Application>Microsoft Office PowerPoint</Application>
  <PresentationFormat>On-screen Show (16:9)</PresentationFormat>
  <Paragraphs>272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Arial</vt:lpstr>
      <vt:lpstr>Arial Nova Light</vt:lpstr>
      <vt:lpstr>Dark Gradient</vt:lpstr>
      <vt:lpstr>ARCANE — AMR Transmissibility Calibration</vt:lpstr>
      <vt:lpstr>Overview</vt:lpstr>
      <vt:lpstr>What we calibrated</vt:lpstr>
      <vt:lpstr>Targets: ECDC EARS-Net 2022 — three tiers (Low / Mid / High) for 5 AMR pathogens</vt:lpstr>
      <vt:lpstr>Calibration Quality</vt:lpstr>
      <vt:lpstr>Steady-state achievement by beta</vt:lpstr>
      <vt:lpstr>Prevalence at end of simulation</vt:lpstr>
      <vt:lpstr>Beta-Prevalence Relationship</vt:lpstr>
      <vt:lpstr>How beta drives endemic prevalence</vt:lpstr>
      <vt:lpstr>Nationwide incidence by beta</vt:lpstr>
      <vt:lpstr>Prevalence trajectories across all betas</vt:lpstr>
      <vt:lpstr>Facility-type incidence by beta</vt:lpstr>
      <vt:lpstr>AMR Tier Mapping</vt:lpstr>
      <vt:lpstr>Which beta hits which pathogen prevalence?</vt:lpstr>
      <vt:lpstr>Recommended beta values — full table</vt:lpstr>
      <vt:lpstr>Recommended Betas</vt:lpstr>
      <vt:lpstr>Low-transmissibility scenario (VRE / CRE range)</vt:lpstr>
      <vt:lpstr>PowerPoint Presentation</vt:lpstr>
      <vt:lpstr>Mid-transmissibility scenario (MRSA / ESBL-E range)</vt:lpstr>
      <vt:lpstr>PowerPoint Presentation</vt:lpstr>
      <vt:lpstr>High-transmissibility scenario (MRSA / ESBL-E high range)</vt:lpstr>
      <vt:lpstr>PowerPoint Presentation</vt:lpstr>
      <vt:lpstr>Summary: beta ranges for seeding study</vt:lpstr>
      <vt:lpstr>Next Steps</vt:lpstr>
      <vt:lpstr>From calibration to seeding study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ARCANE — AMR Transmissibility Calibration</dc:title>
  <dc:creator>MESuRS/Cnam</dc:creator>
  <cp:keywords/>
  <cp:lastModifiedBy>OCTARIA Rany</cp:lastModifiedBy>
  <cp:revision>1</cp:revision>
  <dcterms:created xsi:type="dcterms:W3CDTF">2026-08-31T13:50:51Z</dcterms:created>
  <dcterms:modified xsi:type="dcterms:W3CDTF">2026-08-31T13:54:35Z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August 2026</vt:lpwstr>
  </property>
  <property fmtid="{D5CDD505-2E9C-101B-9397-08002B2CF9AE}" pid="3" name="output">
    <vt:lpwstr/>
  </property>
  <property fmtid="{D5CDD505-2E9C-101B-9397-08002B2CF9AE}" pid="4" name="subtitle">
    <vt:lpwstr>Within-Hospital Beta Estimation via Steady-State Prevalence</vt:lpwstr>
  </property>
</Properties>
</file>